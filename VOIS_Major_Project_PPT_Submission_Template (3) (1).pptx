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>
        <p:scale>
          <a:sx n="125" d="100"/>
          <a:sy n="125" d="100"/>
        </p:scale>
        <p:origin x="72" y="-1795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9/9/2026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-223157" y="3583914"/>
            <a:ext cx="3400089" cy="86149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b="0" dirty="0">
                <a:solidFill>
                  <a:schemeClr val="tx1"/>
                </a:solidFill>
              </a:rPr>
              <a:t>[Student Name </a:t>
            </a:r>
            <a:endParaRPr lang="en-IN" b="0" dirty="0">
              <a:solidFill>
                <a:schemeClr val="tx1"/>
              </a:solidFill>
            </a:endParaRPr>
          </a:p>
          <a:p>
            <a:pPr algn="r"/>
            <a:r>
              <a:rPr lang="en-US" b="0" dirty="0">
                <a:solidFill>
                  <a:schemeClr val="tx1"/>
                </a:solidFill>
              </a:rPr>
              <a:t>College Name- ]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4" y="2844750"/>
            <a:ext cx="4998720" cy="743448"/>
          </a:xfrm>
        </p:spPr>
        <p:txBody>
          <a:bodyPr>
            <a:normAutofit/>
          </a:bodyPr>
          <a:lstStyle/>
          <a:p>
            <a:r>
              <a:rPr lang="en-GB" sz="3200" dirty="0"/>
              <a:t>Project Title -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957406" y="4576469"/>
            <a:ext cx="3176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(its available in your offer letter)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800" dirty="0"/>
              <a:t>(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r>
              <a:rPr lang="en-GB" dirty="0"/>
              <a:t>[write detail description about your project ] </a:t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/>
          <a:lstStyle/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602</TotalTime>
  <Words>108</Words>
  <Application>Microsoft Office PowerPoint</Application>
  <PresentationFormat>Widescreen</PresentationFormat>
  <Paragraphs>26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Wingdings 3</vt:lpstr>
      <vt:lpstr>Facet</vt:lpstr>
      <vt:lpstr>Project Title -</vt:lpstr>
      <vt:lpstr>PROBLEM  STATEMENT</vt:lpstr>
      <vt:lpstr>Project Description [write detail description about your project ]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Pittalashivani Pittala</cp:lastModifiedBy>
  <cp:revision>98</cp:revision>
  <dcterms:created xsi:type="dcterms:W3CDTF">2021-07-11T13:13:15Z</dcterms:created>
  <dcterms:modified xsi:type="dcterms:W3CDTF">2026-09-09T15:48:14Z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